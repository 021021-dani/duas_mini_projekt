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400" d="100"/>
          <a:sy n="400" d="100"/>
        </p:scale>
        <p:origin x="-12196" y="-7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CDDF-C669-10DE-471D-32EA3538D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B7730-2EF7-B3EB-1881-0E3E3C2BE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92C54-0384-7C30-D3D6-A1F74939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B5DED-E1E7-8A82-5F6C-261BE72E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3813-6E25-D489-C6CA-B672844F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927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E40F-80AC-7057-075B-C3346F9B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3228-D763-5B13-4112-3AF2A120C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4018D-CC52-BFAB-DFFF-D88A8E56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06538-6089-5368-4390-9C2E5D48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B7E57-6BE7-9927-1E5B-7882FA70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71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E8540-4931-026C-2B22-62994E22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CDC03-087E-D878-4540-B3F564BC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6C7CF-963B-5663-101F-5ECF524A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3756B-380C-047E-9238-77BAB546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4C2C3-D077-3C7B-AA5A-F8F6C7E5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2152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83270-5FE9-8E2B-55DB-4E1B62FA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861C0-7132-2FE9-8E1D-AA5116440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A1CED-5049-33D9-B883-6150484B9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A3100-279D-612D-E3DE-D4EF8F82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1B35C-62D7-631B-8806-AA7F80F0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4BA1-0E2C-3170-8246-04A593FB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7413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7029-485C-317F-8F5C-FA899DCC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A1F04-E190-C97A-FC0E-FBE1C2E73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5E8EE-1CD8-2711-46BB-12A7F46CD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8378A-86CE-D4D8-A08F-B77C8259C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5EEFC-11F7-3670-C27D-83F477810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22B58-2201-66D7-342D-C3C03012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632F5-E608-467D-A016-68E1F993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ED006-EA21-0DFF-60BA-2523F0C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493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4014-C209-35A8-62D2-5795E4F3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E0FC5-0FC8-7AAE-42C9-89D7ECD0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7CEEE-B1D4-57C9-D39F-10DBF85E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EE692-8F96-7105-FD09-2CDC321F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5916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0957A-44A5-3822-DBD6-54E2140A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A0CC-0EF0-FC7B-F57F-E1273140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0BE62-F87A-A9D9-093F-3F544A67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5448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1ACF-4BA4-597A-5DF1-2A209530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9E73F-D9D7-1ADD-2847-68F8551D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A3C8B-FDC3-8328-456F-B1F1C20BA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7A294-55F7-BAAB-0E90-EFD36227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03DEC-DC98-4C37-0E0A-57BF16A8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D5D0C-2EA3-EFD1-A385-D676A70B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10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C965-64D8-CF6F-1704-8E5CA972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562B4-B668-11AB-4E3B-D7F12B3A0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25F33-21AF-68F2-B13C-9FB3AB2E5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0BBFA-5BC1-CC69-07A9-1CE2AC6F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E466-ABF8-5177-71E5-13A58A39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82E02-512C-A6C0-7FD3-B53817E6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764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1FFE-4B2D-DE37-C91A-E4557C7C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C49A6-5CA8-0BC3-3A55-E139DFB9A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4081D-962F-C852-3BFB-9AAC83EC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46E87-F662-828C-6E4A-664E1501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EA960-8769-109F-A252-330F3201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507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9AE7C-59A1-30E1-2AFD-26D2D588F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E6508-C5D3-D9EA-6AE0-1FF173F94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46AD-2346-E33E-39C1-7A66428E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9ACD-8265-97B6-9D72-A6DFE4A3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68D10-5016-2B1E-95D3-709C88C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931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04CF3-FCB0-6830-6C9A-7562992E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EA6AF-FADF-253A-3E2A-99302CC5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8179-FE8C-F65C-AF8C-9651BB420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C7E7D-F482-4FCB-8E2F-5282CFD9EF0A}" type="datetimeFigureOut">
              <a:rPr lang="da-DK" smtClean="0"/>
              <a:t>11-03-2026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26991-BC63-6362-A353-1D9E5F706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329D2-9A59-5991-DBD1-07D4EE291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97C81-F0E5-4808-8565-9B6F894C85F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638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C24E03-67DD-3F60-2729-161595D88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80769" y1="20000" x2="69231" y2="80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157" y="3333736"/>
            <a:ext cx="247685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7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C45A-A164-2BFC-40F7-DC89A781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164B3-C2B3-B216-8A79-F98685888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8000" y1="84211" x2="68000" y2="84211"/>
                        <a14:foregroundMark x1="8000" y1="26316" x2="8000" y2="26316"/>
                        <a14:foregroundMark x1="32000" y1="5263" x2="32000" y2="5263"/>
                        <a14:foregroundMark x1="84000" y1="10526" x2="84000" y2="10526"/>
                        <a14:foregroundMark x1="52000" y1="10526" x2="52000" y2="10526"/>
                        <a14:backgroundMark x1="44000" y1="10526" x2="44000" y2="10526"/>
                        <a14:backgroundMark x1="36000" y1="0" x2="36000" y2="0"/>
                        <a14:backgroundMark x1="52000" y1="5263" x2="52000" y2="5263"/>
                        <a14:backgroundMark x1="76000" y1="5263" x2="76000" y2="5263"/>
                        <a14:backgroundMark x1="96000" y1="10526" x2="96000" y2="10526"/>
                        <a14:backgroundMark x1="92000" y1="5263" x2="92000" y2="5263"/>
                        <a14:backgroundMark x1="88000" y1="5263" x2="88000" y2="52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921" y="3338500"/>
            <a:ext cx="238158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0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B70006-47F8-0FF0-E690-920337BE1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F28F0-94CF-7FCE-937A-9D6051B7C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0896" y1="45455" x2="20896" y2="45455"/>
                        <a14:foregroundMark x1="20896" y1="43636" x2="20896" y2="43636"/>
                        <a14:foregroundMark x1="79104" y1="41818" x2="79104" y2="41818"/>
                        <a14:foregroundMark x1="79104" y1="41818" x2="79104" y2="41818"/>
                        <a14:foregroundMark x1="73134" y1="61818" x2="73134" y2="61818"/>
                        <a14:foregroundMark x1="23881" y1="49091" x2="23881" y2="49091"/>
                        <a14:foregroundMark x1="20896" y1="47273" x2="20896" y2="47273"/>
                        <a14:foregroundMark x1="19403" y1="45455" x2="19403" y2="45455"/>
                        <a14:foregroundMark x1="17910" y1="45455" x2="17910" y2="45455"/>
                        <a14:foregroundMark x1="16418" y1="41818" x2="16418" y2="41818"/>
                        <a14:foregroundMark x1="20896" y1="52727" x2="20896" y2="52727"/>
                        <a14:foregroundMark x1="19403" y1="50909" x2="19403" y2="50909"/>
                        <a14:foregroundMark x1="17910" y1="50909" x2="17910" y2="50909"/>
                        <a14:foregroundMark x1="17910" y1="52727" x2="17910" y2="52727"/>
                        <a14:foregroundMark x1="19403" y1="52727" x2="17910" y2="52727"/>
                        <a14:foregroundMark x1="19403" y1="54545" x2="19403" y2="54545"/>
                        <a14:foregroundMark x1="19403" y1="52727" x2="19403" y2="52727"/>
                        <a14:foregroundMark x1="17910" y1="52727" x2="17910" y2="52727"/>
                        <a14:foregroundMark x1="19403" y1="52727" x2="19403" y2="52727"/>
                        <a14:foregroundMark x1="19403" y1="52727" x2="20896" y2="54545"/>
                        <a14:foregroundMark x1="23881" y1="56364" x2="22388" y2="54545"/>
                        <a14:foregroundMark x1="28358" y1="58182" x2="20896" y2="50909"/>
                        <a14:foregroundMark x1="22388" y1="49091" x2="23881" y2="52727"/>
                        <a14:foregroundMark x1="26866" y1="34545" x2="26866" y2="34545"/>
                        <a14:backgroundMark x1="44776" y1="25455" x2="47908" y2="25455"/>
                        <a14:backgroundMark x1="95522" y1="61818" x2="92537" y2="61818"/>
                        <a14:backgroundMark x1="89552" y1="63636" x2="92537" y2="63636"/>
                        <a14:backgroundMark x1="23881" y1="25455" x2="23881" y2="25455"/>
                        <a14:backgroundMark x1="49254" y1="30909" x2="49254" y2="30909"/>
                        <a14:backgroundMark x1="28358" y1="27273" x2="28358" y2="27273"/>
                        <a14:backgroundMark x1="14925" y1="38182" x2="14925" y2="38182"/>
                        <a14:backgroundMark x1="17910" y1="61818" x2="17910" y2="61818"/>
                        <a14:backgroundMark x1="73134" y1="32727" x2="73134" y2="32727"/>
                        <a14:backgroundMark x1="88060" y1="52727" x2="88060" y2="52727"/>
                        <a14:backgroundMark x1="86567" y1="54545" x2="86567" y2="54545"/>
                        <a14:backgroundMark x1="20896" y1="70909" x2="20896" y2="70909"/>
                        <a14:backgroundMark x1="20896" y1="65455" x2="20896" y2="65455"/>
                        <a14:backgroundMark x1="26866" y1="38182" x2="26866" y2="38182"/>
                        <a14:backgroundMark x1="25373" y1="34545" x2="25373" y2="34545"/>
                        <a14:backgroundMark x1="28358" y1="32727" x2="28358" y2="32727"/>
                        <a14:backgroundMark x1="28358" y1="34545" x2="28358" y2="34545"/>
                        <a14:backgroundMark x1="71642" y1="41818" x2="71642" y2="418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3264" y="3254366"/>
            <a:ext cx="425472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6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B8B9D-8B1A-C669-77FD-DEF99292B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1366" y="3311519"/>
            <a:ext cx="349268" cy="23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0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E0E37C-2FD5-1CBC-28B9-52DEEFC6A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88889" l="8696" r="91304">
                        <a14:foregroundMark x1="73913" y1="69444" x2="73913" y2="69444"/>
                        <a14:foregroundMark x1="73913" y1="77778" x2="73913" y2="77778"/>
                        <a14:foregroundMark x1="86957" y1="61111" x2="86957" y2="61111"/>
                        <a14:foregroundMark x1="86957" y1="69444" x2="86957" y2="69444"/>
                        <a14:foregroundMark x1="47826" y1="72222" x2="47826" y2="72222"/>
                        <a14:foregroundMark x1="45652" y1="77778" x2="43478" y2="77778"/>
                        <a14:foregroundMark x1="21739" y1="69444" x2="21739" y2="69444"/>
                        <a14:foregroundMark x1="15217" y1="77778" x2="15217" y2="77778"/>
                        <a14:foregroundMark x1="36957" y1="27778" x2="36957" y2="27778"/>
                        <a14:foregroundMark x1="32609" y1="25000" x2="32609" y2="25000"/>
                        <a14:foregroundMark x1="19565" y1="75000" x2="19565" y2="75000"/>
                        <a14:foregroundMark x1="86957" y1="38889" x2="86957" y2="38889"/>
                        <a14:foregroundMark x1="86957" y1="41667" x2="86957" y2="41667"/>
                        <a14:foregroundMark x1="86957" y1="38889" x2="86957" y2="38889"/>
                        <a14:foregroundMark x1="89130" y1="38889" x2="89130" y2="38889"/>
                        <a14:foregroundMark x1="86957" y1="30556" x2="86957" y2="30556"/>
                        <a14:foregroundMark x1="86957" y1="38889" x2="86957" y2="38889"/>
                        <a14:foregroundMark x1="86957" y1="41667" x2="86957" y2="41667"/>
                        <a14:foregroundMark x1="86957" y1="41667" x2="86957" y2="41667"/>
                        <a14:foregroundMark x1="91304" y1="38889" x2="91304" y2="38889"/>
                        <a14:foregroundMark x1="91304" y1="36111" x2="89130" y2="36111"/>
                        <a14:backgroundMark x1="21739" y1="19444" x2="30435" y2="13889"/>
                        <a14:backgroundMark x1="13043" y1="58333" x2="13043" y2="58333"/>
                        <a14:backgroundMark x1="19565" y1="38889" x2="19565" y2="38889"/>
                        <a14:backgroundMark x1="17391" y1="50000" x2="17391" y2="50000"/>
                        <a14:backgroundMark x1="23913" y1="86111" x2="23913" y2="86111"/>
                        <a14:backgroundMark x1="82609" y1="69444" x2="82609" y2="69444"/>
                        <a14:backgroundMark x1="28261" y1="80556" x2="28261" y2="80556"/>
                        <a14:backgroundMark x1="95652" y1="30556" x2="95652" y2="30556"/>
                        <a14:backgroundMark x1="95652" y1="36111" x2="95652" y2="36111"/>
                        <a14:backgroundMark x1="95652" y1="41667" x2="95652" y2="41667"/>
                        <a14:backgroundMark x1="97826" y1="52778" x2="97826" y2="52778"/>
                        <a14:backgroundMark x1="13043" y1="77778" x2="13043" y2="777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5949942" y="3314694"/>
            <a:ext cx="292115" cy="22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4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Wang Brolin</dc:creator>
  <cp:lastModifiedBy>Alexander Wang Brolin</cp:lastModifiedBy>
  <cp:revision>2</cp:revision>
  <dcterms:created xsi:type="dcterms:W3CDTF">2026-03-11T11:44:35Z</dcterms:created>
  <dcterms:modified xsi:type="dcterms:W3CDTF">2026-03-11T13:41:18Z</dcterms:modified>
</cp:coreProperties>
</file>